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08442"/>
                </a:solidFill>
                <a:latin typeface="Calibri"/>
              </a:rPr>
              <a:t>THE MASTERCLASS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6F3EE"/>
                </a:solidFill>
                <a:latin typeface="Calibri"/>
              </a:rPr>
              <a:t>BUILT IN A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D8CFC2"/>
                </a:solidFill>
                <a:latin typeface="Calibri"/>
              </a:rPr>
              <a:t>Master Claude · Build apps, agents &amp; automations · 5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6F3EE"/>
                </a:solidFill>
                <a:latin typeface="Calibri"/>
              </a:rPr>
              <a:t>"I'm 55. I spent 30 years in corporate with no tech background. Six months ago AI scared me — so I learned it. I got hooked on Claude and built a system that runs a 300-vehicle fleet in ONE day. If someone with zero tech background can do this — anyone can."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08442"/>
                </a:solidFill>
                <a:latin typeface="Calibri"/>
              </a:rPr>
              <a:t>🎥 Video-first    🟢 Live weekly (Zoom)    🖥️ Real Claude on screen    🏫 Teachable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THE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714"/>
                </a:solidFill>
                <a:latin typeface="Calibri"/>
              </a:rPr>
              <a:t>From "I've heard of Claude" to building real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🎯  Who it's for — professionals who feel behind on AI and want to build with it, not be replaced by it. No coding background needed.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⚡  The format — short full-walkthrough videos, a weekly live build call, fill-in workbooks, a copy-paste prompt library.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🏆  Proof — the one-day 300-vehicle fleet app · ~10 apps in 6 months · a real before/after AI Audit jump.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🧭  A do-it course, not an information dump — every week you build something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BUILT FOR ALL LEVELS — FRIENDLY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714"/>
                </a:solidFill>
                <a:latin typeface="Calibri"/>
              </a:rPr>
              <a:t>Nobody gets left behind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Total beginners follow every click — nothing assumed, plain English, a 'do this now' after each step.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Already using Claude? A 60-second 'fast-pass' card at the top of each module so you're never bored.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Tone: warm, encouraging, zero jargon. Every hard moment has a 'stuck? paste the error and ask Claude' safety net.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The vibe: a friend who figured it out, showing you how — exactly the founder's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714"/>
                </a:solidFill>
                <a:latin typeface="Calibri"/>
              </a:rPr>
              <a:t>One welcome + five weekly phases + a bonus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1A1714"/>
                </a:solidFill>
                <a:latin typeface="Calibri"/>
              </a:rPr>
              <a:t>Week 1 — Foundation   ·   set Claude up properly   ·   2–3 hrs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A1714"/>
                </a:solidFill>
                <a:latin typeface="Calibri"/>
              </a:rPr>
              <a:t>Week 2 — Projects   ·   an army of specialised advisors   ·   3–4 hrs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A1714"/>
                </a:solidFill>
                <a:latin typeface="Calibri"/>
              </a:rPr>
              <a:t>Week 3 — Content   ·   research → strategy → 30-day plan   ·   4–5 hrs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A1714"/>
                </a:solidFill>
                <a:latin typeface="Calibri"/>
              </a:rPr>
              <a:t>Week 4 — Cowork   ·   hand over whole workflows   ·   3–4 hrs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A1714"/>
                </a:solidFill>
                <a:latin typeface="Calibri"/>
              </a:rPr>
              <a:t>Week 5 — Claude Code (FINALE)   ·   build &amp; publish a real tool   ·   4–5 hrs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+ Bonus — Claude Essentials   ·   10 short reference videos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1714"/>
                </a:solidFill>
                <a:latin typeface="Calibri"/>
              </a:rPr>
              <a:t>0.  Welcome + Your AI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9601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~15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V0.1  Why this exists — your hero story (on camera)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V0.2  How the 5 weeks work — the roadmap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V0.3  Take your AI Audit — record your /40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WEEK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1714"/>
                </a:solidFill>
                <a:latin typeface="Calibri"/>
              </a:rPr>
              <a:t>1. 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9601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2–3 hrs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V1.1  Get set up — Pro + desktop app + first message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V1.2  The setting everyone skips — Personal Preferences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V1.3  Privacy + your name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V1.4  The 4 modes — Chat · Projects · Cowork ·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WEEK 2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1714"/>
                </a:solidFill>
                <a:latin typeface="Calibri"/>
              </a:rPr>
              <a:t>2.  Projects — an army of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9601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3–4 hrs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V2.1  Why one generic chatbot is the problem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V2.2  Design your project architecture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V2.3  The master workspace prompt (live build)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V2.4  The handover — never lose context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V2.5  Checkpoint + test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WEEK 3 · CONTENT (BIGGEST)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1714"/>
                </a:solidFill>
                <a:latin typeface="Calibri"/>
              </a:rPr>
              <a:t>3.  Strategist + creative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9601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4–5 hrs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V3.1  Why strategy first — the workflow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V3.2  Write your audience research brief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V3.3  Run across tools + synthesise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V3.4  Brain dump + belief interview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V3.5  Generate your strategy (Opus)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V3.6  Plan 30 days of content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V3.7  Week 3 checkpoint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WEEK 4 · COWORK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1714"/>
                </a:solidFill>
                <a:latin typeface="Calibri"/>
              </a:rPr>
              <a:t>4.  Hand over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9601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3–4 hrs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V4.1  Chat vs Cowork = agency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V4.2  Set up the workspace + guardrails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V4.3  Give Cowork a brain — CLAUDE.md + MEMORY.md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V4.4  Plan the daily brief (in Chat)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V4.5  Run, fix, schedule it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V4.6  Week 4 check-in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WEEK 5 · BUILD ·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1714"/>
                </a:solidFill>
                <a:latin typeface="Calibri"/>
              </a:rPr>
              <a:t>5.  Claude Code — build a real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9601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4–5 hrs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V5.1  What Claude Code is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V5.2  Install + Antigravity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V5.3  CLAUDE.md + permissions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V5.4  Spec it first — the PRD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V5.5  Build it — Plan mode → build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V5.6  Save &amp; publish (GitHub + Vercel)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714"/>
                </a:solidFill>
                <a:latin typeface="Calibri"/>
              </a:rPr>
              <a:t>V5.7  You did it — re-take your AI Audit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BONUS ·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714"/>
                </a:solidFill>
                <a:latin typeface="Calibri"/>
              </a:rPr>
              <a:t>Claude Essentials — 10 short videos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B1 Chat vs Cowork vs Code    ·    B2 Which model (Haiku/Sonnet/Opus)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B3 What Claude can do (Artifacts)    ·    B4 Why Claude over other LLMs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B5 Prompt engineering core    ·    B6 Prompt chaining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B7 Skills deep dive    ·    B8 Projects deep dive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B9 Connectors / MCP    ·    B10 The full stack together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08442"/>
                </a:solidFill>
                <a:latin typeface="Calibri"/>
              </a:rPr>
              <a:t>HOW IT'S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6F3EE"/>
                </a:solidFill>
                <a:latin typeface="Calibri"/>
              </a:rPr>
              <a:t>Hosting &amp; the live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F6F3EE"/>
                </a:solidFill>
                <a:latin typeface="Calibri"/>
              </a:rPr>
              <a:t>🏫  Home: Teachable — sellable course, native video hosting, payments, drip weekly. No community to manage.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F6F3EE"/>
                </a:solidFill>
                <a:latin typeface="Calibri"/>
              </a:rPr>
              <a:t>🟢  Live: Zoom — one weekly call (recap → live build → hot seats → Q&amp;A). Recorded → uploaded as a bonus lesson.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F6F3EE"/>
                </a:solidFill>
                <a:latin typeface="Calibri"/>
              </a:rPr>
              <a:t>🎥  Record: Loom — talking head + screen in one click, your face over the live Claude demo. (Screen Studio for polish.)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HOW THE VIDEOS FEEL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714"/>
                </a:solidFill>
                <a:latin typeface="Calibri"/>
              </a:rPr>
              <a:t>Three production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Real Claude only — every demo is the actual Claude product doing the actual thing. Never stock footage or mockups.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Show everything — full uncut walkthroughs, every click, real output. Slides are bookends; the screen is the lesson.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Interactive — pause-and-do cards, fill-in workbooks, end-of-module checkpoints, weekly live calls.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HOW IT GETS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A1714"/>
                </a:solidFill>
                <a:latin typeface="Calibri"/>
              </a:rPr>
              <a:t>The production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1A1714"/>
                </a:solidFill>
                <a:latin typeface="Calibri"/>
              </a:rPr>
              <a:t>1.  Script ✅ (already written)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1A1714"/>
                </a:solidFill>
                <a:latin typeface="Calibri"/>
              </a:rPr>
              <a:t>2.  Record talking-head + screen in Loom (real Claude)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1A1714"/>
                </a:solidFill>
                <a:latin typeface="Calibri"/>
              </a:rPr>
              <a:t>3.  Tidy in Descript — optional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1A1714"/>
                </a:solidFill>
                <a:latin typeface="Calibri"/>
              </a:rPr>
              <a:t>4.  Upload to Teachable → drip one module/week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714"/>
                </a:solidFill>
                <a:latin typeface="Calibri"/>
              </a:rPr>
              <a:t>Flow:  Script → Loom → (Descript) → Teachable → Zoom live calls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08442"/>
                </a:solidFill>
                <a:latin typeface="Calibri"/>
              </a:rPr>
              <a:t>BUILT IN A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6F3EE"/>
                </a:solidFill>
                <a:latin typeface="Calibri"/>
              </a:rPr>
              <a:t>If someone with zero tech background</a:t>
            </a:r>
          </a:p>
          <a:p>
            <a:pPr algn="l">
              <a:spcAft>
                <a:spcPts val="1000"/>
              </a:spcAft>
            </a:pPr>
            <a:r>
              <a:rPr sz="4400" b="1">
                <a:solidFill>
                  <a:srgbClr val="F6F3EE"/>
                </a:solidFill>
                <a:latin typeface="Calibri"/>
              </a:rPr>
              <a:t>can do this — anyone can.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B08442"/>
                </a:solidFill>
                <a:latin typeface="Calibri"/>
              </a:rPr>
              <a:t>Let me show you exactly how.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Built in a Day · by Fadia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